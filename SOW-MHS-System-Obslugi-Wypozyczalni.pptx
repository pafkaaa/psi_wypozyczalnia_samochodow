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</p:embeddedFont>
    <p:embeddedFont>
      <p:font typeface="Roboto Mono Medium" panose="00000009000000000000" pitchFamily="49" charset="0"/>
      <p:regular r:id="rId14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29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49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4014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SOW-MHS: System Obsługi Wypożyczalni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Mechanical Horse Stable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Obiektowy projekt systemu informatycznego w notacji UML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94385"/>
            <a:ext cx="1640012" cy="266402"/>
          </a:xfrm>
          <a:prstGeom prst="roundRect">
            <a:avLst>
              <a:gd name="adj" fmla="val 6386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4010174" y="3336875"/>
            <a:ext cx="19271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INFORMATYKA · UWM ·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35972" y="3289622"/>
            <a:ext cx="256133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CFF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5725790" y="3336875"/>
            <a:ext cx="28388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PAWEŁ WYRZYKOWSKI &amp; MICHAŁ LANDMANN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5276"/>
            <a:ext cx="40723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Analiza biznesowa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50864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37877" y="22926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Organizacja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599134"/>
            <a:ext cx="2339206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MHS, Olsztyn ul. Słoneczna 54.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pracowników, flota ~50 pojazdów od aut miejskich po klasę premium.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150864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402360" y="22926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Problem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599134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Rosnąca dynamika wypożyczeń i flota wymuszają wdrożenie narzędzi do ewidencji, rezerwacji i generowania umów.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150864"/>
            <a:ext cx="2622724" cy="1497285"/>
          </a:xfrm>
          <a:prstGeom prst="roundRect">
            <a:avLst>
              <a:gd name="adj" fmla="val 142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166842" y="22926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Cel SI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599134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Dostępność 24/7, szybkie wyszukiwanie aut, automatyczne umowy, pilnowanie statusów i przypomnień.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1841"/>
            <a:ext cx="4949354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Biznesowy kontekst systemu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927348"/>
            <a:ext cx="5067672" cy="353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066" y="4570512"/>
            <a:ext cx="55248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951488" y="1652067"/>
            <a:ext cx="304814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Diagram 01 — Aktorzy biznesowi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51488" y="1925538"/>
            <a:ext cx="259906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Wypożyczalnia jako centralny węzeł współpracuje z: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51488" y="2343671"/>
            <a:ext cx="2599060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Klientem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(indywidualnym lub firmą)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Operatorem płatności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 </a:t>
            </a: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Ubezpieczalnią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Serwisem mechanicznym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Urzędem skarbowym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51488" y="3215060"/>
            <a:ext cx="2599060" cy="764902"/>
          </a:xfrm>
          <a:prstGeom prst="roundRect">
            <a:avLst>
              <a:gd name="adj" fmla="val 2259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606" y="3377208"/>
            <a:ext cx="143917" cy="1151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5642" y="3337322"/>
            <a:ext cx="210978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Klient indywidualny może posiadać jednocześnie tylko jeden wypożyczony pojazd.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650"/>
            <a:ext cx="57734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Wymagania systemu SOW-MHS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09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Funkcjonalne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54212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Ewidencja i wyszukiwanie pojazdów (klasa, cena, dostępność)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Obsługa wypożyczeń i zwrotów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Automatyczne generowanie umów i protokołów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Rezerwacje online dla klientów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Wysyłanie przypomnień o zwrotach i zaległościach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1909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Niefunkcjonalne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49701" y="1571923"/>
            <a:ext cx="3902943" cy="911647"/>
          </a:xfrm>
          <a:prstGeom prst="roundRect">
            <a:avLst>
              <a:gd name="adj" fmla="val 10030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730651" y="1571923"/>
            <a:ext cx="76200" cy="911647"/>
          </a:xfrm>
          <a:prstGeom prst="roundRect">
            <a:avLst>
              <a:gd name="adj" fmla="val 27907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967660" y="17327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Dostępność 24/7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7660" y="2095946"/>
            <a:ext cx="39813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Przeglądarkowy dostęp bez przerw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49701" y="2625328"/>
            <a:ext cx="3902943" cy="911647"/>
          </a:xfrm>
          <a:prstGeom prst="roundRect">
            <a:avLst>
              <a:gd name="adj" fmla="val 10030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730651" y="2625328"/>
            <a:ext cx="76200" cy="911647"/>
          </a:xfrm>
          <a:prstGeom prst="roundRect">
            <a:avLst>
              <a:gd name="adj" fmla="val 27907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967660" y="278613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Wydajność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7660" y="3149352"/>
            <a:ext cx="39813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Wyszukiwanie pojazdu w kilka sekund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49701" y="3678734"/>
            <a:ext cx="3902943" cy="911647"/>
          </a:xfrm>
          <a:prstGeom prst="roundRect">
            <a:avLst>
              <a:gd name="adj" fmla="val 10030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730651" y="3678734"/>
            <a:ext cx="76200" cy="911647"/>
          </a:xfrm>
          <a:prstGeom prst="roundRect">
            <a:avLst>
              <a:gd name="adj" fmla="val 27907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967660" y="383954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Bezpieczeństwo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67660" y="4202757"/>
            <a:ext cx="39813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Szyfrowanie haseł w bazie danych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1469"/>
            <a:ext cx="719539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Analiza funkcjonalna — Przypadki użycia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466924"/>
            <a:ext cx="5067672" cy="2709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1488" y="915293"/>
            <a:ext cx="287543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Diagram 03 — Aktorzy systemu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51488" y="1200448"/>
            <a:ext cx="2599060" cy="1109737"/>
          </a:xfrm>
          <a:prstGeom prst="roundRect">
            <a:avLst>
              <a:gd name="adj" fmla="val 155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6066606" y="1315566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1633" y="1410519"/>
            <a:ext cx="155451" cy="155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66606" y="175460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Klient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66606" y="2028081"/>
            <a:ext cx="282602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Wyszukuje i rezerwuje pojazdy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951488" y="2403723"/>
            <a:ext cx="2599060" cy="1109737"/>
          </a:xfrm>
          <a:prstGeom prst="roundRect">
            <a:avLst>
              <a:gd name="adj" fmla="val 155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7"/>
          <p:cNvSpPr/>
          <p:nvPr/>
        </p:nvSpPr>
        <p:spPr>
          <a:xfrm>
            <a:off x="6066606" y="2518842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1633" y="2613794"/>
            <a:ext cx="155451" cy="1554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66606" y="2957885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Pracownik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066606" y="3231356"/>
            <a:ext cx="282602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Zarządza flotą i wypożyczeniami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951488" y="3606998"/>
            <a:ext cx="2599060" cy="1109737"/>
          </a:xfrm>
          <a:prstGeom prst="roundRect">
            <a:avLst>
              <a:gd name="adj" fmla="val 155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1"/>
          <p:cNvSpPr/>
          <p:nvPr/>
        </p:nvSpPr>
        <p:spPr>
          <a:xfrm>
            <a:off x="6066606" y="3722117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1633" y="3817069"/>
            <a:ext cx="155451" cy="1554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66606" y="416116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066606" y="4434632"/>
            <a:ext cx="282602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Zarządza słownikami i uprawnieniami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70656"/>
            <a:ext cx="643197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Scenariusze kluczowych procesów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64856" y="1004962"/>
            <a:ext cx="14288" cy="3123456"/>
          </a:xfrm>
          <a:prstGeom prst="roundRect">
            <a:avLst>
              <a:gd name="adj" fmla="val 13487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056385" y="1142330"/>
            <a:ext cx="385390" cy="14288"/>
          </a:xfrm>
          <a:prstGeom prst="roundRect">
            <a:avLst>
              <a:gd name="adj" fmla="val 13487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427488" y="1004962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247071" y="1029035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66528" y="104908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Wyszukaj pojazd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9610" y="1319585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Klient filtruje flotę wg klasy, ceny i dostępności. System zwraca listę wolnych aut.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2225" y="1889075"/>
            <a:ext cx="385390" cy="14288"/>
          </a:xfrm>
          <a:prstGeom prst="roundRect">
            <a:avLst>
              <a:gd name="adj" fmla="val 13487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427488" y="1751707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247071" y="1775780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4342" y="1795835"/>
            <a:ext cx="20955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Zarezerwuj pojazd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4342" y="2066330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Klient wskazuje auto i daty. System weryfikuje dostępność i blokuje pojazd.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56385" y="2541463"/>
            <a:ext cx="385390" cy="14288"/>
          </a:xfrm>
          <a:prstGeom prst="roundRect">
            <a:avLst>
              <a:gd name="adj" fmla="val 13487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427488" y="2404095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247071" y="2428168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55961" y="2448223"/>
            <a:ext cx="221649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Zarządzaj wypożyczeniem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9610" y="2718718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Pracownik identyfikuje klienta, weryfikuje pojazd, pobiera płatność, generuje umowę.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2225" y="3193852"/>
            <a:ext cx="385390" cy="14288"/>
          </a:xfrm>
          <a:prstGeom prst="roundRect">
            <a:avLst>
              <a:gd name="adj" fmla="val 13487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427488" y="3056483"/>
            <a:ext cx="289024" cy="289024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247071" y="3080556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4342" y="3100611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Zwróć pojazd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4342" y="3371106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Pracownik odbiera auto, weryfikuje protokół, aktualizuje status w systemie.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610" y="4259387"/>
            <a:ext cx="8244780" cy="513383"/>
          </a:xfrm>
          <a:prstGeom prst="roundRect">
            <a:avLst>
              <a:gd name="adj" fmla="val 3754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4445571"/>
            <a:ext cx="160586" cy="12843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7073" y="4407843"/>
            <a:ext cx="81560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Każdy scenariusz zawiera obsługę wyjątków: brak klienta w bazie, pojazd niedostępny, odmowa autoryzacji płatności.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77354"/>
            <a:ext cx="674072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 analityczny — wzorzec BCE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57201"/>
            <a:ext cx="819819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Wzorzec </a:t>
            </a: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BCE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0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Boundary-Control-Entity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porządkuje model analityczny wokół trzech typów elementów: interfejsów, logiki sterującej i obiektów biznesowych. Dzięki temu łatwiej oddzielić to, co widzi użytkownik, od tego, jak system przetwarza dane, i od tego, jakie informacje biznesowe są w nim przechowywane.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2901" y="1835423"/>
            <a:ext cx="2646908" cy="2017737"/>
          </a:xfrm>
          <a:prstGeom prst="roundRect">
            <a:avLst>
              <a:gd name="adj" fmla="val 4532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3851" y="1835423"/>
            <a:ext cx="76200" cy="2017737"/>
          </a:xfrm>
          <a:prstGeom prst="roundRect">
            <a:avLst>
              <a:gd name="adj" fmla="val 265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84163" y="1989534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Boundary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4163" y="2277889"/>
            <a:ext cx="2281535" cy="142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Rola: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punkt kontaktu użytkownika z systemem.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Przykłady: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Interfejs Logowania, Formularz Rezerwacji.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Odpowiedzialność: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zbieranie danych i prezentacja wyników.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8546" y="1835423"/>
            <a:ext cx="2646908" cy="2017737"/>
          </a:xfrm>
          <a:prstGeom prst="roundRect">
            <a:avLst>
              <a:gd name="adj" fmla="val 4532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229496" y="1835423"/>
            <a:ext cx="76200" cy="2017737"/>
          </a:xfrm>
          <a:prstGeom prst="roundRect">
            <a:avLst>
              <a:gd name="adj" fmla="val 265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59807" y="1989534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9807" y="2277889"/>
            <a:ext cx="2281535" cy="142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Rola: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koordynuje przebieg procesu i reguły.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Przykłady: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Weryfikator Uprawnień, Kontroler Rezerwacji.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Odpowiedzialność: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sprawdzanie warunków i kierowanie przepływem.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4190" y="1835423"/>
            <a:ext cx="2646908" cy="2017737"/>
          </a:xfrm>
          <a:prstGeom prst="roundRect">
            <a:avLst>
              <a:gd name="adj" fmla="val 4532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6005140" y="1835423"/>
            <a:ext cx="76200" cy="2017737"/>
          </a:xfrm>
          <a:prstGeom prst="roundRect">
            <a:avLst>
              <a:gd name="adj" fmla="val 26599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235452" y="1989534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5452" y="2277889"/>
            <a:ext cx="2281535" cy="142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Rola: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trwałe obiekty biznesowe domeny.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Przykłady: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Konto Użytkownika, Rezerwacja, Pojazd.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Odpowiedzialność: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przechowywanie danych i stanu biznesowego.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2901" y="3998044"/>
            <a:ext cx="8198197" cy="768028"/>
          </a:xfrm>
          <a:prstGeom prst="roundRect">
            <a:avLst>
              <a:gd name="adj" fmla="val 2639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4196209"/>
            <a:ext cx="168846" cy="1350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1870" y="4160490"/>
            <a:ext cx="762416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 praktyce BCE pomaga tworzyć model, który jest czytelny dla zespołu, łatwiejszy do testowania i bardziej odporny na chaos wynikający z mieszania interfejsu, logiki i danych.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54881"/>
            <a:ext cx="392645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Modelowanie danych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989186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danych porządkuje informacje o użytkownikach, pojazdach, rezerwacjach, wypożyczeniach i płatnościach w SOW-MHS. Zapewnia spójność danych i prostszą rozbudowę systemu.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9610" y="1512019"/>
            <a:ext cx="8244780" cy="1698427"/>
          </a:xfrm>
          <a:prstGeom prst="roundRect">
            <a:avLst>
              <a:gd name="adj" fmla="val 1135"/>
            </a:avLst>
          </a:prstGeom>
          <a:solidFill>
            <a:srgbClr val="212121"/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63897" y="1526307"/>
            <a:ext cx="513904" cy="1669852"/>
          </a:xfrm>
          <a:prstGeom prst="roundRect">
            <a:avLst>
              <a:gd name="adj" fmla="val 414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95883" y="2240756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4184" y="165474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Główne encje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4184" y="1925241"/>
            <a:ext cx="7457480" cy="1142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Użytkownik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dane konta i rola w systemie.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Pojazd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informacje o aucie i jego dostępności.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Rezerwacja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termin i status rezerwacji pojazdu.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Wypożyczenie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okres korzystania z pojazdu.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Płatność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kwota, metoda i status rozliczenia.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610" y="3326829"/>
            <a:ext cx="8244780" cy="1461790"/>
          </a:xfrm>
          <a:prstGeom prst="roundRect">
            <a:avLst>
              <a:gd name="adj" fmla="val 1318"/>
            </a:avLst>
          </a:prstGeom>
          <a:solidFill>
            <a:srgbClr val="212121"/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63897" y="3341117"/>
            <a:ext cx="513904" cy="1433215"/>
          </a:xfrm>
          <a:prstGeom prst="roundRect">
            <a:avLst>
              <a:gd name="adj" fmla="val 414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95883" y="3937248"/>
            <a:ext cx="4212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4184" y="346955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Kluczowe relacje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4184" y="3740051"/>
            <a:ext cx="7457480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Dziedziczenie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Użytkownik → Klient, Pracownik, Administrator.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Asocjacje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Klient składa rezerwacje i wypożycza pojazdy.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Kompozycje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Wypożyczenie obejmuje płatność.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Przepływ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Rezerwacja może przejść w wypożyczenie.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4201"/>
            <a:ext cx="72620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Projekt bazy danych i interfejsu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070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łączy uporządkowany model relacyjny z przejrzystym interfejsem operacyjnym. Celem jest spójność danych, łatwy rozwój systemu i szybki dostęp do informacji.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7069" y="1853803"/>
            <a:ext cx="2637234" cy="381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96119" y="2033662"/>
            <a:ext cx="29017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Założenia modelu danych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40173"/>
            <a:ext cx="2599134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Dziedziczenie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osobne tabele powiązane z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Użytkownik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Relacje N:M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tabele pośredniczące.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Kompozycja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dane zależne usuwane kaskadowo.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Normalizacja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model w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3NF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Spójność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jednoznaczne identyfikatory i podział odpowiedzialności.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3383" y="1853803"/>
            <a:ext cx="2637234" cy="381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72433" y="20336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Kluczowe tabele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2340173"/>
            <a:ext cx="2599134" cy="228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Użytkownik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konta, role i status.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Pojazd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dane floty, dostępność i stan.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Wypożyczenie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klient, pojazd, terminy i status.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Płatność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rozliczenia wypożyczeń.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Rezerwacja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planowanie najmów.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Pozycje_Wypożyczenia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tabela łącząca dla relacji N:M.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9697" y="1853803"/>
            <a:ext cx="2637234" cy="381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048747" y="20336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Interfejs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2340173"/>
            <a:ext cx="2599134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Widok aktywnych wynajmów i terminów.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Harmonogram odbiorów, zwrotów i rezerwacji.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floty z filtrami dostępności i lokalizacji.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płatności i zaległości.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Szybki podgląd historii klienta i pojazdu.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4465"/>
            <a:ext cx="61987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Praca zespołowa i narzędzia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0969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96119" y="1800969"/>
            <a:ext cx="4075881" cy="1043657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37877" y="1942728"/>
            <a:ext cx="22639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Paweł Wyrzykowski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49239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Kierownik zespołu. Architektura systemu, implementacyjny diagram klas, korekta dokumentacji.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800969"/>
            <a:ext cx="4075881" cy="1043657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0" y="1800969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713759" y="194272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Michał Landmann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3759" y="2249239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 biznesowa i funkcjonalna, diagramy przypadków użycia, słownik systemowy, makiety UI.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04096"/>
            <a:ext cx="354360" cy="35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6119" y="35356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PlantUML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6119" y="3842147"/>
            <a:ext cx="30563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Diagramy systemowe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3004096"/>
            <a:ext cx="354360" cy="35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72433" y="3535635"/>
            <a:ext cx="23703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 Gemini &amp; Stitch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272433" y="3842147"/>
            <a:ext cx="30563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Bazy danych i makiety UI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3004096"/>
            <a:ext cx="354360" cy="35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48747" y="35356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Google Workspace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048747" y="3842147"/>
            <a:ext cx="30563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Dokumentacja w chmurze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775</Words>
  <Application>Microsoft Office PowerPoint</Application>
  <PresentationFormat>Pokaz na ekranie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Roboto</vt:lpstr>
      <vt:lpstr>Arial</vt:lpstr>
      <vt:lpstr>Roboto Mono Medium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Paweł</dc:creator>
  <cp:lastModifiedBy>Paweł Wyrzykowski</cp:lastModifiedBy>
  <cp:revision>2</cp:revision>
  <dcterms:created xsi:type="dcterms:W3CDTF">2026-05-20T18:46:15Z</dcterms:created>
  <dcterms:modified xsi:type="dcterms:W3CDTF">2026-05-20T18:48:01Z</dcterms:modified>
</cp:coreProperties>
</file>